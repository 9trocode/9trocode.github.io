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SYSCONF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Safely Give AI Agents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Terminal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Idowu  ·  Co-founder &amp; CTO, PipeOps  ·  Lagos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 ·  github.com/PipeOpsHQ/Rexec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01 / 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need a terminal to be useful.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them yours is a bad idea.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problem. Not a prompt problem.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Rexec is one way to ship it — Jobs + RuntimeClass works too.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02 / 18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Laptop. Dev VM. Shared CI runner.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 worse.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| bash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 in the environment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kubeconfig in ~/.kube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not doing chat. You’re doing untrusted RCE with a friendly UI.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03 / 18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wrong default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65760" cy="36576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agent CLI on a machine you care about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65760" cy="36576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it at a repo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365760" cy="36576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shell / network / package install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365760" cy="36576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system prompts and “approve tool use” are enough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is not a control.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04 / 18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without malice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86868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904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into world-readable files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4023360" cy="86868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14904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-rf with a creative path expansion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023360" cy="86868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496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exfil over HTTPS or DNS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2240280"/>
            <a:ext cx="4023360" cy="86868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2496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that phone home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023360" cy="86868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5021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kubeconfigs on the same disk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3246120"/>
            <a:ext cx="4023360" cy="86868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5021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Thrash · half-broken state · works in the agent’s world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05 / 18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terminal vs agent terminal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intentional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Exploratory, error-prone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Seconds between commands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Bursts of tool calls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Oversight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Eyes on the glass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headless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Expects outbound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 try outbound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to days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Minutes, then delete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06 / 18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it as isolation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prompt problem.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= create / delete + quotas + network policy + audit.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system prompt.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“Approve tool use” on a machine you care about is still RCE with a dialog.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07 / 18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“sandbox the agent” has to mean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97480" cy="1234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Disposable by default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697480" cy="1234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CPU / memory / PIDs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697480" cy="1234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isolation as a first-class switch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2697480" cy="1234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headless entry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651760"/>
            <a:ext cx="2697480" cy="1234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/ session recording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2697480" cy="1234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tunnels over inbound SSH for real metal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08 / 18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primitives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1732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/ CLI / UI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API or WebSocket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  —  create / exec / delete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Cloud terminal  (container + gVisor + limits + isolated net)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BYOS agent      (outbound WebSocket → real hardware)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09 / 18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terminal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/ Podman with hard limits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drop + no-new-privileges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bridge, ICC off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 runtime runsc (gVisor)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via API / WebSocket — not published SSH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model is what I designed into Rexec. Steal the shape.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10 / 18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ladder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cgroup + caps + network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hygiene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gVisor (runsc)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host syscall surface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MicroVMs (Firecracker)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threat model demands 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nodes / accounts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— not cosplay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11 / 18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is the product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cloud terminal is a network endpoint that happens to have a shell.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600200" cy="118872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to peer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600200"/>
            <a:ext cx="1600200" cy="118872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4028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→ host / metadata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600200"/>
            <a:ext cx="1600200" cy="118872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exfil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1600200"/>
            <a:ext cx="1600200" cy="118872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2356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1600200"/>
            <a:ext cx="1600200" cy="118872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Confused-deputy fetches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modes:  None  ·  Allowlist  ·  Full outbound (break-glass)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ICC off is not “no internet.” Say it out loud.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12 / 18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645920" cy="2377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sandbox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+ class + network mode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371600"/>
            <a:ext cx="1645920" cy="2377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456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secrets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Short-lived only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1645920" cy="2377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776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by default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1371600"/>
            <a:ext cx="1645920" cy="2377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if needed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intervene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1371600"/>
            <a:ext cx="1645920" cy="23774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0664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disk + memory gone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13 / 18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BYOS: mediated access, not a jail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63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WebSocket on the machine. No inbound SSH. No “open 22 for the demo.”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173736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Untrusted model code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terminal + gVisor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GPU / lab box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BYOS — treat like prod access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expensive machine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7C4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BYOS + identity + recording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14 / 18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 I’ve hit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socket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74720" y="1097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the socket into the “sandbox” and you moved the gate.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egress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74720" y="17373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Convenient. Leaky. Agents will phone home.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Thrashing agents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23774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Quotas, concurrency caps, aggressive TTLs are security features.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as security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3017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 are UX, not a boundary.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theater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gVisor on paper, tenants still on stock runc.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15 / 18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10515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agent shell on laptops for secrets / prod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delete per task (or per PR)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874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agent sandboxes on gVisor or stronger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egress deliberately; treat DNS as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6974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CPU / memory / PIDs; kill on a timer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1089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high-risk sessions until you trust the loop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520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outbound agents over inbound SSH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319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breakout; escalate when the threat model says so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16 / 18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52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2527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remote code execution with better UX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92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892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= create/delete + quotas + network + audit — not a system prompt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32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5328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≠ hostile multi-tenant boundary by themselves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72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1729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outbound tunnels over inbound SSH for fleet access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solidFill>
            <a:srgbClr val="151B24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813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8130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and concurrency caps are security features when models thrash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17 / 18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nitrocode.sh/blog/2026/08/11/how-to-safely-give-ai-agents-a-terminal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7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github.com/PipeOpsHQ/Rexec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Idowu  ·  @nitrocode  ·  Lagos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nitrocode.sh · Rexec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SysConf 2026  ·  18 / 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PipeOps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Safely Give AI Agents a Terminal</dc:title>
  <dc:subject>SysConf 2026</dc:subject>
  <dc:creator>Alex Idowu</dc:creator>
  <cp:lastModifiedBy>Alex Idowu</cp:lastModifiedBy>
  <cp:revision>1</cp:revision>
  <dcterms:created xsi:type="dcterms:W3CDTF">2026-09-05T07:50:24Z</dcterms:created>
  <dcterms:modified xsi:type="dcterms:W3CDTF">2026-09-05T07:50:24Z</dcterms:modified>
</cp:coreProperties>
</file>